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Student Performance Prediction &amp; Analytics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Machine Learning Mini Project</a:t>
            </a:r>
          </a:p>
          <a:p>
            <a:pPr>
              <a:defRPr sz="2200"/>
            </a:pPr>
            <a:r>
              <a:t>Name: __________ | Roll No.: __________</a:t>
            </a:r>
          </a:p>
          <a:p>
            <a:pPr>
              <a:defRPr sz="2200"/>
            </a:pPr>
            <a:r>
              <a:t>Department / College: 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Analyze selected student-related indicators.</a:t>
            </a:r>
          </a:p>
          <a:p>
            <a:pPr>
              <a:defRPr sz="2200"/>
            </a:pPr>
            <a:r>
              <a:t>Estimate exam marks using a simple ML model.</a:t>
            </a:r>
          </a:p>
          <a:p>
            <a:pPr>
              <a:defRPr sz="2200"/>
            </a:pPr>
            <a:r>
              <a:t>Present results through an interactive dashboard.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Explore data with Pandas.</a:t>
            </a:r>
          </a:p>
          <a:p>
            <a:pPr>
              <a:defRPr sz="2200"/>
            </a:pPr>
            <a:r>
              <a:t>Create KPIs and charts.</a:t>
            </a:r>
          </a:p>
          <a:p>
            <a:pPr>
              <a:defRPr sz="2200"/>
            </a:pPr>
            <a:r>
              <a:t>Train and evaluate Linear Regression.</a:t>
            </a:r>
          </a:p>
          <a:p>
            <a:pPr>
              <a:defRPr sz="2200"/>
            </a:pPr>
            <a:r>
              <a:t>Build prediction, filtering, and CSV-export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Python</a:t>
            </a:r>
          </a:p>
          <a:p>
            <a:pPr>
              <a:defRPr sz="2200"/>
            </a:pPr>
            <a:r>
              <a:t>Pandas</a:t>
            </a:r>
          </a:p>
          <a:p>
            <a:pPr>
              <a:defRPr sz="2200"/>
            </a:pPr>
            <a:r>
              <a:t>Matplotlib</a:t>
            </a:r>
          </a:p>
          <a:p>
            <a:pPr>
              <a:defRPr sz="2200"/>
            </a:pPr>
            <a:r>
              <a:t>Scikit-learn</a:t>
            </a:r>
          </a:p>
          <a:p>
            <a:pPr>
              <a:defRPr sz="2200"/>
            </a:pPr>
            <a:r>
              <a:t>Streamlit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500 synthetic illustrative records.</a:t>
            </a:r>
          </a:p>
          <a:p>
            <a:pPr>
              <a:defRPr sz="2200"/>
            </a:pPr>
            <a:r>
              <a:t>Inputs include study hours, attendance, previous marks, assignments, and sleep hours.</a:t>
            </a:r>
          </a:p>
          <a:p>
            <a:pPr>
              <a:defRPr sz="2200"/>
            </a:pPr>
            <a:r>
              <a:t>No real student records are included.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Dashboard and visualizations</a:t>
            </a:r>
          </a:p>
          <a:p>
            <a:pPr>
              <a:defRPr sz="2200"/>
            </a:pPr>
            <a:r>
              <a:t>Interactive marks prediction</a:t>
            </a:r>
          </a:p>
          <a:p>
            <a:pPr>
              <a:defRPr sz="2200"/>
            </a:pPr>
            <a:r>
              <a:t>Data filtering and CSV export</a:t>
            </a:r>
          </a:p>
          <a:p>
            <a:pPr>
              <a:defRPr sz="2200"/>
            </a:pPr>
            <a:r>
              <a:t>Model evaluation 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Load CSV data.</a:t>
            </a:r>
          </a:p>
          <a:p>
            <a:pPr>
              <a:defRPr sz="2200"/>
            </a:pPr>
            <a:r>
              <a:t>Choose input features and target.</a:t>
            </a:r>
          </a:p>
          <a:p>
            <a:pPr>
              <a:defRPr sz="2200"/>
            </a:pPr>
            <a:r>
              <a:t>Split into training and test sets (80/20).</a:t>
            </a:r>
          </a:p>
          <a:p>
            <a:pPr>
              <a:defRPr sz="2200"/>
            </a:pPr>
            <a:r>
              <a:t>Train Multiple Linear Regression.</a:t>
            </a:r>
          </a:p>
          <a:p>
            <a:pPr>
              <a:defRPr sz="2200"/>
            </a:pPr>
            <a:r>
              <a:t>Evaluate with MAE, RMSE, and R².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Metrics are shown in the app.</a:t>
            </a:r>
          </a:p>
          <a:p>
            <a:pPr>
              <a:defRPr sz="2200"/>
            </a:pPr>
            <a:r>
              <a:t>Synthetic data is for demonstration only.</a:t>
            </a:r>
          </a:p>
          <a:p>
            <a:pPr>
              <a:defRPr sz="2200"/>
            </a:pPr>
            <a:r>
              <a:t>Results do not prove real-world predictive accuracy.</a:t>
            </a:r>
          </a:p>
          <a:p>
            <a:pPr>
              <a:defRPr sz="2200"/>
            </a:pPr>
            <a:r>
              <a:t>Do not use for actual student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approved anonymized data.</a:t>
            </a:r>
          </a:p>
          <a:p>
            <a:pPr>
              <a:defRPr sz="2200"/>
            </a:pPr>
            <a:r>
              <a:t>Compare multiple algorithms.</a:t>
            </a:r>
          </a:p>
          <a:p>
            <a:pPr>
              <a:defRPr sz="2200"/>
            </a:pPr>
            <a:r>
              <a:t>Add cross-validation and deeper visualizations.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Demonstrates a complete introductory data analysis + ML workflow.</a:t>
            </a:r>
          </a:p>
          <a:p>
            <a:pPr>
              <a:defRPr sz="2200"/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